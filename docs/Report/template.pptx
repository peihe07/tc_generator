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37731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D7EAF9"/>
    <a:srgbClr val="A0EA0B"/>
    <a:srgbClr val="FFC001"/>
    <a:srgbClr val="F49E44"/>
    <a:srgbClr val="FDE5CD"/>
    <a:srgbClr val="CCF21B"/>
    <a:srgbClr val="D2EC0A"/>
    <a:srgbClr val="FFAE4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154" autoAdjust="0"/>
    <p:restoredTop sz="95934"/>
  </p:normalViewPr>
  <p:slideViewPr>
    <p:cSldViewPr snapToGrid="0">
      <p:cViewPr varScale="1">
        <p:scale>
          <a:sx n="127" d="100"/>
          <a:sy n="127" d="100"/>
        </p:scale>
        <p:origin x="944" y="192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102" y="7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9BC4B-C88D-4414-A736-707CE61DB8B4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48783-0C65-4207-80F5-6C64C9A5FC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48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2026/7/6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7</a:t>
            </a:r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3159" b="44938"/>
          <a:stretch/>
        </p:blipFill>
        <p:spPr>
          <a:xfrm>
            <a:off x="11007507" y="324000"/>
            <a:ext cx="876685" cy="36968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4"/>
          <a:stretch/>
        </p:blipFill>
        <p:spPr>
          <a:xfrm>
            <a:off x="231776" y="5409775"/>
            <a:ext cx="2212976" cy="71162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0D04F43-7607-8F69-A3D2-3E82884CD3B8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MobileDrive Technology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Co., Ltd. All rights reserved. </a:t>
            </a:r>
          </a:p>
        </p:txBody>
      </p:sp>
      <p:pic>
        <p:nvPicPr>
          <p:cNvPr id="4" name="圖片 3" descr="一張含有 螢幕擷取畫面, 文字, 藍色, 圖形 的圖片&#10;&#10;AI 產生的內容可能不正確。">
            <a:extLst>
              <a:ext uri="{FF2B5EF4-FFF2-40B4-BE49-F238E27FC236}">
                <a16:creationId xmlns:a16="http://schemas.microsoft.com/office/drawing/2014/main" id="{62970DD7-DBFF-5966-DB41-EAAFF363902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253" t="19697" r="30110" b="44545"/>
          <a:stretch/>
        </p:blipFill>
        <p:spPr>
          <a:xfrm>
            <a:off x="519545" y="1350818"/>
            <a:ext cx="8001000" cy="245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7</a:t>
            </a:r>
            <a:endParaRPr lang="zh-TW" alt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45183" y="2073655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sz="28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0"/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3159" b="44938"/>
          <a:stretch/>
        </p:blipFill>
        <p:spPr>
          <a:xfrm>
            <a:off x="11007507" y="324000"/>
            <a:ext cx="876685" cy="369685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589433" y="214123"/>
            <a:ext cx="20633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sz="4000" b="1" kern="0" dirty="0">
                <a:solidFill>
                  <a:schemeClr val="bg1"/>
                </a:solidFill>
              </a:rPr>
              <a:t>Agenda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70DDF-66EF-FE69-D1AC-8A715692557F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MobileDrive Technology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0" baseline="0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7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7</a:t>
            </a:r>
            <a:endParaRPr lang="zh-TW" altLang="en-US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 dirty="0"/>
              <a:t>表格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3159" b="44938"/>
          <a:stretch/>
        </p:blipFill>
        <p:spPr>
          <a:xfrm>
            <a:off x="11007507" y="324000"/>
            <a:ext cx="876685" cy="36968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06ADC4E-2537-FD27-6A7D-82D85A8AF18A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MobileDrive Technology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7</a:t>
            </a:r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3159" b="44938"/>
          <a:stretch/>
        </p:blipFill>
        <p:spPr>
          <a:xfrm>
            <a:off x="11007507" y="324000"/>
            <a:ext cx="876685" cy="36968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06ADC4E-2537-FD27-6A7D-82D85A8AF18A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MobileDrive Technology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Co., Ltd. All rights reserved. 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6450A76-B13A-1ACB-34D5-CF5085CDAE69}"/>
              </a:ext>
            </a:extLst>
          </p:cNvPr>
          <p:cNvGrpSpPr/>
          <p:nvPr userDrawn="1"/>
        </p:nvGrpSpPr>
        <p:grpSpPr>
          <a:xfrm>
            <a:off x="3110880" y="2532448"/>
            <a:ext cx="5947171" cy="1622097"/>
            <a:chOff x="3110880" y="2532448"/>
            <a:chExt cx="5947171" cy="1622097"/>
          </a:xfrm>
        </p:grpSpPr>
        <p:sp>
          <p:nvSpPr>
            <p:cNvPr id="5" name="鑄造成型性…">
              <a:extLst>
                <a:ext uri="{FF2B5EF4-FFF2-40B4-BE49-F238E27FC236}">
                  <a16:creationId xmlns:a16="http://schemas.microsoft.com/office/drawing/2014/main" id="{B9CC247E-D037-83C5-3571-96B832ECA871}"/>
                </a:ext>
              </a:extLst>
            </p:cNvPr>
            <p:cNvSpPr txBox="1"/>
            <p:nvPr/>
          </p:nvSpPr>
          <p:spPr>
            <a:xfrm>
              <a:off x="3110880" y="3659794"/>
              <a:ext cx="1666504" cy="4947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b="1">
                  <a:gradFill flip="none" rotWithShape="1">
                    <a:gsLst>
                      <a:gs pos="0">
                        <a:srgbClr val="FBFC57">
                          <a:alpha val="70133"/>
                        </a:srgbClr>
                      </a:gs>
                      <a:gs pos="100000">
                        <a:srgbClr val="FBFC57"/>
                      </a:gs>
                    </a:gsLst>
                    <a:lin ang="16200000" scaled="0"/>
                  </a:gra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kumimoji="0" lang="en" altLang="zh-TW" sz="2400" b="1" i="0" u="none" strike="noStrike" kern="1200" cap="none" normalizeH="0" baseline="0" noProof="0" dirty="0">
                  <a:ln>
                    <a:noFill/>
                  </a:ln>
                  <a:solidFill>
                    <a:srgbClr val="FA574F"/>
                  </a:solidFill>
                  <a:effectLst/>
                  <a:uLnTx/>
                  <a:uFillTx/>
                  <a:latin typeface="+mj-lt"/>
                  <a:ea typeface="Microsoft YaHei"/>
                  <a:sym typeface="Microsoft YaHei"/>
                </a:rPr>
                <a:t>Share</a:t>
              </a:r>
            </a:p>
          </p:txBody>
        </p:sp>
        <p:sp>
          <p:nvSpPr>
            <p:cNvPr id="6" name="鑄造成型性…">
              <a:extLst>
                <a:ext uri="{FF2B5EF4-FFF2-40B4-BE49-F238E27FC236}">
                  <a16:creationId xmlns:a16="http://schemas.microsoft.com/office/drawing/2014/main" id="{DB64E617-A3EB-B6DD-9D2C-4B9DA43212D1}"/>
                </a:ext>
              </a:extLst>
            </p:cNvPr>
            <p:cNvSpPr txBox="1"/>
            <p:nvPr/>
          </p:nvSpPr>
          <p:spPr>
            <a:xfrm>
              <a:off x="4907281" y="3659794"/>
              <a:ext cx="2353055" cy="4947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b="1">
                  <a:gradFill flip="none" rotWithShape="1">
                    <a:gsLst>
                      <a:gs pos="0">
                        <a:srgbClr val="FBFC57">
                          <a:alpha val="70133"/>
                        </a:srgbClr>
                      </a:gs>
                      <a:gs pos="100000">
                        <a:srgbClr val="FBFC57"/>
                      </a:gs>
                    </a:gsLst>
                    <a:lin ang="16200000" scaled="0"/>
                  </a:gra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kumimoji="0" lang="en" altLang="zh-TW" sz="2400" b="1" i="0" u="none" strike="noStrike" kern="1200" cap="none" normalizeH="0" baseline="0" noProof="0" dirty="0">
                  <a:ln>
                    <a:noFill/>
                  </a:ln>
                  <a:solidFill>
                    <a:srgbClr val="FA574F"/>
                  </a:solidFill>
                  <a:effectLst/>
                  <a:uLnTx/>
                  <a:uFillTx/>
                  <a:latin typeface="+mj-lt"/>
                  <a:ea typeface="Microsoft YaHei"/>
                  <a:sym typeface="Microsoft YaHei"/>
                </a:rPr>
                <a:t>Collaborate</a:t>
              </a:r>
            </a:p>
          </p:txBody>
        </p:sp>
        <p:sp>
          <p:nvSpPr>
            <p:cNvPr id="8" name="鑄造成型性…">
              <a:extLst>
                <a:ext uri="{FF2B5EF4-FFF2-40B4-BE49-F238E27FC236}">
                  <a16:creationId xmlns:a16="http://schemas.microsoft.com/office/drawing/2014/main" id="{0FC3965A-584D-8C9B-A78B-6E6F2900E8BE}"/>
                </a:ext>
              </a:extLst>
            </p:cNvPr>
            <p:cNvSpPr txBox="1"/>
            <p:nvPr/>
          </p:nvSpPr>
          <p:spPr>
            <a:xfrm>
              <a:off x="7402425" y="3659794"/>
              <a:ext cx="1655626" cy="4947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b="1">
                  <a:gradFill flip="none" rotWithShape="1">
                    <a:gsLst>
                      <a:gs pos="0">
                        <a:srgbClr val="FBFC57">
                          <a:alpha val="70133"/>
                        </a:srgbClr>
                      </a:gs>
                      <a:gs pos="100000">
                        <a:srgbClr val="FBFC57"/>
                      </a:gs>
                    </a:gsLst>
                    <a:lin ang="16200000" scaled="0"/>
                  </a:gra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kumimoji="0" lang="en" altLang="zh-TW" sz="2400" b="1" i="0" u="none" strike="noStrike" kern="1200" cap="none" normalizeH="0" baseline="0" noProof="0" dirty="0">
                  <a:ln>
                    <a:noFill/>
                  </a:ln>
                  <a:solidFill>
                    <a:srgbClr val="FA574F"/>
                  </a:solidFill>
                  <a:effectLst/>
                  <a:uLnTx/>
                  <a:uFillTx/>
                  <a:latin typeface="+mj-lt"/>
                  <a:ea typeface="Microsoft YaHei"/>
                  <a:sym typeface="Microsoft YaHei"/>
                </a:rPr>
                <a:t>Thrive</a:t>
              </a:r>
            </a:p>
          </p:txBody>
        </p:sp>
        <p:pic>
          <p:nvPicPr>
            <p:cNvPr id="11" name="圖形 10">
              <a:extLst>
                <a:ext uri="{FF2B5EF4-FFF2-40B4-BE49-F238E27FC236}">
                  <a16:creationId xmlns:a16="http://schemas.microsoft.com/office/drawing/2014/main" id="{1860AF9F-B4A7-F6D0-CD8E-81E8C7B79EC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611350" y="2589399"/>
              <a:ext cx="958408" cy="915976"/>
            </a:xfrm>
            <a:prstGeom prst="rect">
              <a:avLst/>
            </a:prstGeom>
          </p:spPr>
        </p:pic>
        <p:pic>
          <p:nvPicPr>
            <p:cNvPr id="13" name="圖形 12">
              <a:extLst>
                <a:ext uri="{FF2B5EF4-FFF2-40B4-BE49-F238E27FC236}">
                  <a16:creationId xmlns:a16="http://schemas.microsoft.com/office/drawing/2014/main" id="{F9F04739-D56A-58C3-A780-11D199931F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665455" y="2532448"/>
              <a:ext cx="1096778" cy="1066680"/>
            </a:xfrm>
            <a:prstGeom prst="rect">
              <a:avLst/>
            </a:prstGeom>
          </p:spPr>
        </p:pic>
        <p:pic>
          <p:nvPicPr>
            <p:cNvPr id="14" name="圖形 13">
              <a:extLst>
                <a:ext uri="{FF2B5EF4-FFF2-40B4-BE49-F238E27FC236}">
                  <a16:creationId xmlns:a16="http://schemas.microsoft.com/office/drawing/2014/main" id="{B772F9A2-D7B0-0225-85AA-0A7BEB6DA0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472216" y="2588717"/>
              <a:ext cx="915976" cy="915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027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3159" b="44938"/>
          <a:stretch/>
        </p:blipFill>
        <p:spPr>
          <a:xfrm>
            <a:off x="11007507" y="324000"/>
            <a:ext cx="876685" cy="36968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F60B97-D549-7C3B-256E-77C5BC42DF87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MobileDrive Technology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Co., Ltd.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82F0-0E3D-B825-0814-0714087C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2889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台灣地區)_202506.pptx" id="{93D9CE80-8D4D-4CEF-BB38-FCFC47F95534}" vid="{39F241B8-4979-4933-A3CC-C798D35B8E0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f3dca2f068152224fd154ed5a81f3b44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ed09fca5a784df3b2d09992564675f0b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5B2BBD-E17E-411C-9095-AF807C9DC1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C0F7E1-9319-452E-8E07-45B1E0A0FBE0}">
  <ds:schemaRefs>
    <ds:schemaRef ds:uri="734a0fd3-5ab2-4644-a33f-a088ed12cd6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8c574a9d-dc0a-44db-b9dd-00599ad78b7c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鴻海集團簡報版型(台灣地區)_202506</Template>
  <TotalTime>2179</TotalTime>
  <Words>0</Words>
  <Application>Microsoft Macintosh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2_Office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Generator - AI Use Case</dc:title>
  <dc:creator>Pei Hsu</dc:creator>
  <cp:lastModifiedBy>PeiPYHsu(許珮瑜)</cp:lastModifiedBy>
  <cp:revision>176</cp:revision>
  <dcterms:created xsi:type="dcterms:W3CDTF">2025-06-29T12:14:47Z</dcterms:created>
  <dcterms:modified xsi:type="dcterms:W3CDTF">2026-07-06T09:53:23Z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